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 w="635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Confidential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that books the holiday.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 is short-form travel video where every clip is bookable in two taps. TikTok-native discovery, Booking.com-native economics.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5120640" cy="502920"/>
          </a:xfrm>
          <a:prstGeom prst="roundRect">
            <a:avLst>
              <a:gd name="adj" fmla="val 4909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669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  ·  £2.5M SAFE  ·  18-month runway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got its TikTok moment.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Travel's is now.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26568" y="29260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8" y="3200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55168" y="4297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 in 2025, up from $210B in 2024.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7048" y="29260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648" y="3200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95648" y="4297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social-led trip planners make a specific booking decision after viewing creator content.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7528" y="29260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6128" y="3200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$15T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36128" y="4297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travel opportunity by 2040 — no native social-commerce winner yet.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 is the first product built for the moment travellers stop scrolling and start spending.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565392"/>
            <a:ext cx="11460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Influencer Marketing Hub Creator Earnings Report 2025; Phocuswright 2024; BCG Leisure Travel Outlook 2024.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lives on social.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lives somewhere else.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858000" cy="2926080"/>
          </a:xfrm>
          <a:prstGeom prst="roundRect">
            <a:avLst>
              <a:gd name="adj" fmla="val 375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find the trip on TikTok and Instagram.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they leave: open Google → search the hotel → check Booking → compare on Trivago → return to the original creator.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intent leaks. Creators don't get paid for the booking they caused. Operators bid for the same clicks twice. Travellers pay the inefficiency tax.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7432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6384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travellers source trip ideas from social platforms.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2976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389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 · 8 min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863840" y="5074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journey from inspiration to booking today.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565392"/>
            <a:ext cx="11460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Booking.com Trip Inspiration Survey 2024 (42,513 travellers, 33 markets).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feed. One tap. One transaction.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80848" y="274320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8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168" y="3474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5168" y="4297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creator video feed of real hotels, beaches, restaurants, tours.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67048" y="274320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368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1368" y="3474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41368" y="4297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card surfaces inline — price, dates, what's included, in the creator's voice.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3248" y="274320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7568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7568" y="3474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27568" y="4297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checkout. The creator earns. The business pays one flat 8% commission. The traveller gets the deal they saw.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UX. Booking.com economics. One product.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crossed in 2025.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80848" y="274320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168" y="3017520"/>
            <a:ext cx="365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168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168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+ Millennials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5168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now the majority of leisure travel spending — and they shop where they scroll.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67048" y="274320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1368" y="3017520"/>
            <a:ext cx="365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1368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41368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41368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default discovery surface — but no traveller wants to copy-paste a hotel name into a second app.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3248" y="274320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7568" y="3017520"/>
            <a:ext cx="365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7568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27568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want creators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27568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lack a clean attribution and payout rail. Travidz is that rail.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565392"/>
            <a:ext cx="11460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Skift Research 2026; Statista Influencer Market 2025 ($32.55B).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mobile-first. Designed to convert.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981048" y="26517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72488" y="2743200"/>
            <a:ext cx="2377440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72488" y="6126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15688" y="26517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07128" y="2743200"/>
            <a:ext cx="2377440" cy="3200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07128" y="6126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650328" y="26517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41768" y="2743200"/>
            <a:ext cx="2377440" cy="3200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41768" y="6126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£675B global prize. £87.6B in our backyard.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Global leisure travel GBV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£87.6B / £675B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ONS · EU-5 Eurostat · Global UNWTO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Creator-influenced × bookable component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4069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£23.2B / £175B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26% × 80% bookable · Global blend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5623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 Year-5 GBV (UK Base → Global Viral)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5257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£350M → £1.32B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5760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active creators · £14.5k-£18.5k GBV / cr / yr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UK Base SOM = 1.5% of UK SAM · Global Viral upside = 0.75% of Global SAM. Bottom-up from the financial model.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565392"/>
            <a:ext cx="11460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ONS Travel Trends · Eurostat 2023 · UNWTO Tourism Highlights · Travidz_Market_Research_TAM_SOM_v9_Global.xlsx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to Travidz. Split with the creator who drove the booking.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commission to Travidz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to operator · creator keeps a tapered share by tenure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743200"/>
            <a:ext cx="6217920" cy="301752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0" y="28803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2880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32644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(first 500, life)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32644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2644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3648456"/>
            <a:ext cx="6035040" cy="384048"/>
          </a:xfrm>
          <a:prstGeom prst="rect">
            <a:avLst/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6484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(£25k rolling 12mo)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36484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36484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40325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(months 0–6)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0" y="40325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40325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4416552"/>
            <a:ext cx="6035040" cy="384048"/>
          </a:xfrm>
          <a:prstGeom prst="rect">
            <a:avLst/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4165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Maturing (months 7–18)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44165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4416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4800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(19+ months)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4800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48006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cohort matures, blended Travidz take-rate glides from 4.0% → 4.65%.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· YEAR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flywheel that gets more efficient as it scales.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BASE CASE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creators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926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£350M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2044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GBV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£16.2M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5508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 net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29260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4.65%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8972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take-rate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VIRAL UPSIDE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37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72,000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5800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creators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4800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937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£1.32B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520440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GBV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800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937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£61.6M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355080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 net revenue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52560" y="4800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4937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4.65%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189720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take-rate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Power-creator tier (£25k+ rolling-12mo) locks supply forever · Maturing cohort silently lifts net take · 8% gross commission stays constant to operators.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6565392"/>
            <a:ext cx="11460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Travidz_Financial_Model_v2_Global.xlsx (Base scenario, Y5).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Creators → flywheel → category default.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80848" y="27432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8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PROVE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168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Month 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5168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500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5168" y="4480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the first 500 UK travel creators. Lifetime 50% commission. They post; their audience converts; supply seeds demand.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7048" y="27432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1368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41368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→ 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41368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tier unlocks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41368" y="4480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crossing £25k rolling-12mo GBV lock at 50% forever. Every unlock becomes a recruiting asset.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3248" y="27432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7568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DEFEND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27568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 → 36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27568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pull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27568" y="4480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and DMOs proactively onboard for distribution. CAC drops; blended take-rate climbs as the cohort matures.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→ Scale → Defend.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raise, a measurable gate, and a defensibility milestone.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848" y="237744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8" y="26060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808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3808" y="2944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M0–18 · Seed £2.5M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168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Founding-500 lock-in.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168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5168" y="40690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2,400 creators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5168" y="4361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£44M GBV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5168" y="46542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4.12% take-rate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168" y="49469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power-tier locks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168" y="52395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250 verified operators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5168" y="5852160"/>
            <a:ext cx="3108960" cy="0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168" y="5897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5168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Founding-500 locked at 50% for life — irreversible supply moat.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67048" y="237744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1368" y="26060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136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90008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0008" y="2944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M18–44 · Series A £8M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41368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Paid-UA flywheel.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1368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41368" y="40690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14,000 creators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41368" y="4361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£259M GBV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41368" y="46542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4.72% take-rate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41368" y="49469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£12M ARR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41368" y="5852160"/>
            <a:ext cx="3108960" cy="0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1368" y="5897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41368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EU-5 creator-led booking. Power-tier compounds.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53248" y="237744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27568" y="26060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2756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976208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76208" y="2944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M44–60+ · Series B £20M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27568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No.1 Go Travel Platform.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27568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27568" y="40690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24,000 creators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27568" y="4361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£350M UK Base GBV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27568" y="46542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Viral upside £1.32B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27568" y="49469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default in UK + EU-5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27568" y="5852160"/>
            <a:ext cx="3108960" cy="0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27568" y="5897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27568" y="6126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network effects; switching cost for creators &amp; operators.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owns the top-right quadrant. Yet.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6858000" cy="3657600"/>
          </a:xfrm>
          <a:prstGeom prst="roundRect">
            <a:avLst>
              <a:gd name="adj" fmla="val 3000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2834640"/>
            <a:ext cx="0" cy="329184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4480560"/>
            <a:ext cx="630936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bookable 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5943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Less bookable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social 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social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3566160"/>
            <a:ext cx="182880" cy="1828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023360"/>
            <a:ext cx="182880" cy="1828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4389120"/>
            <a:ext cx="182880" cy="1828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5212080"/>
            <a:ext cx="182880" cy="1828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5577840"/>
            <a:ext cx="182880" cy="1828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5532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47472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6517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OTAs sit bottom-left (booking but not social).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sit top-right (social but not bookable).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526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 is the only product native to both.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05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 Seed for 18 months. Then Series A on real GBV.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2743200"/>
            <a:ext cx="27432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9443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GTM &amp; founding-500 programme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63040" y="3246120"/>
            <a:ext cx="2400300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4472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feed, search, ranking, payments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3040" y="3749040"/>
            <a:ext cx="102870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9502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supply &amp; destination expansion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3040" y="4251960"/>
            <a:ext cx="6858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4531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G&amp;A, legal, compliance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0" y="265176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PROVE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Gates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2,400+ active creators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3252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£44M annualised GBV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100+ power-tier locks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3252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250+ verified operators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32520" y="4983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Take-rate past 4.1%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7772400" cy="1188720"/>
          </a:xfrm>
          <a:prstGeom prst="roundRect">
            <a:avLst>
              <a:gd name="adj" fmla="val 9231"/>
            </a:avLst>
          </a:prstGeom>
          <a:solidFill>
            <a:srgbClr val="111C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BREAKEVEN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breakeven M48  ·  Y1 EBITDA −£1.56M  ·  Peak deficit fully funded with +£181k cushion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 takes us through the burn trough on cash — Series A becomes a growth round, not a survival round.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unlock a Series A on demonstrated unit economics, not assumed ones.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 w="635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had its TikTok moment.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Travel's is now.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not be the round you tell people about in five years.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852160"/>
            <a:ext cx="7772400" cy="502920"/>
          </a:xfrm>
          <a:prstGeom prst="roundRect">
            <a:avLst>
              <a:gd name="adj" fmla="val 49091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852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&amp; Linda  @  travidz.com  ·  travidz.com  ·  Seed · £2.5M SAFE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2026-05-18T21:03:42Z</dcterms:created>
  <dcterms:modified xsi:type="dcterms:W3CDTF">2026-05-18T21:03:42Z</dcterms:modified>
</cp:coreProperties>
</file>