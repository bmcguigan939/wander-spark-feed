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0972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91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Creator-led travel commerce  ·  Seed 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9144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 SAFE  ·  18-mo runway  ·  Next: Series A at £18M ARR run-rate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5669280"/>
            <a:ext cx="11825935" cy="1005840"/>
          </a:xfrm>
          <a:prstGeom prst="roundRect">
            <a:avLst>
              <a:gd name="adj" fmla="val 11818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£87.6B / £343B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UK+EU-5 · ONS · Eurostat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39364" y="5833872"/>
            <a:ext cx="0" cy="676656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7964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67964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£23.2B / £82.9B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67964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creator-influenced × 80% bookable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5848" y="5833872"/>
            <a:ext cx="0" cy="676656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448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SOM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£444M · £20.7M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GBV · net rev @ 4.65% (1.9% of UK SAM)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80931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£2.5M SAFE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80931" y="5961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051" y="6053328"/>
            <a:ext cx="1584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post → Series 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80931" y="6364224"/>
            <a:ext cx="99971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219" y="6373368"/>
            <a:ext cx="9814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40%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280645" y="6364224"/>
            <a:ext cx="874749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98933" y="6373368"/>
            <a:ext cx="85646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35%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1155394" y="6364224"/>
            <a:ext cx="374893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0287" y="6364224"/>
            <a:ext cx="249928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58488" y="548640"/>
            <a:ext cx="3474720" cy="4937760"/>
          </a:xfrm>
          <a:prstGeom prst="roundRect">
            <a:avLst>
              <a:gd name="adj" fmla="val 3947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731520"/>
            <a:ext cx="3108960" cy="31089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449928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Book. Earn.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449928" y="48463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shoppable feed for travel.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69968" y="513892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69968" y="51389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84368" y="513892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84368" y="51389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598768" y="513892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98768" y="51389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82880" y="548640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0040" y="685800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9768" y="640080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65760" y="960120"/>
            <a:ext cx="367268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moved to creators; booking didn't.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£343B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flows through OTAs that pay creators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own the customer. Creators send the intent — OTAs keep the margin and the data.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82880" y="2231136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0040" y="236829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29768" y="2322576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65760" y="2688336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(organic, UK)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365760" y="2688336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3,200+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5760" y="2999232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LOIs · 4.2M reach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365760" y="2999232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65760" y="3310128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signed · 3 cities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5760" y="3310128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182880" y="3913632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20040" y="4050792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29768" y="4005072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65760" y="442569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94360" y="43708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1097280" y="4370832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ex-Booking.com · scaled supply 0→1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65760" y="4736592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4360" y="46817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1097280" y="4681728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ex-TikTok Shop · creator-commerce rails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365760" y="5047488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360" y="4992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1097280" y="4992624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ex-Airbnb · marketplace growth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970368" y="548640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107528" y="685800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217256" y="640080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153248" y="960120"/>
            <a:ext cx="367268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Shoppable travel feed.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Creator posts trip → traveller books in 2 taps → creator earns for life. Native checkout, unified inventory (stays · tours · experiences), persistent attribution.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7970368" y="2231136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107528" y="236829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217256" y="2322576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153248" y="2670048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Take-rate 4-7%  ·  blended Y5 4.65%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8153248" y="2907792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Creator rev-share 30-50% of net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8153248" y="3145536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~55% contribution margin at scale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8153248" y="3383280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paid acquisition Y1-2 (creator-led)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7970368" y="3913632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107528" y="4050792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217256" y="4005072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PLAN: PROVE → SCALE → DEFEND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8153248" y="440740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153248" y="44074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8839048" y="4370832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M0-18 · UK · 2.4k cr · £44M GBV · 40% M3 retention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8153248" y="471830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153248" y="47183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8839048" y="4681728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M18-44 · EU-5 · 14k cr · £259M · CAC payback &lt;6mo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8153248" y="502920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153248" y="50292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839048" y="4992624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M44-60 · 24k cr · £444M · ledger + supply lock-in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2026-05-18T05:48:44Z</dcterms:created>
  <dcterms:modified xsi:type="dcterms:W3CDTF">2026-05-18T05:48:44Z</dcterms:modified>
</cp:coreProperties>
</file>